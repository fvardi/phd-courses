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5"/>
  </p:sldMasterIdLst>
  <p:sldIdLst>
    <p:sldId id="256" r:id="rId6"/>
  </p:sldIdLst>
  <p:sldSz cx="12192000" cy="6858000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70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tags" Target="tags/tag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0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B63F7-EF8D-1442-2805-F90D13F7F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6B73C6-4021-68D5-1099-5B1540F6C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5FE5C-42F5-ED25-BFA5-92006F0FA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8D708-28BE-2B4D-76EA-65C5F9F1D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89D1B-E6BF-1F61-350B-A416EBB70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9175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B7F94-F949-C9D2-64CD-B62B7DC79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E5FE4-1DC9-4259-BC3F-AAA35F553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BD69D-53F3-11C2-CD61-58145ADE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27DC1-FAE3-D580-F35F-401162D21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5CA33-9D26-98B6-E85B-DDD04508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2120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DBDCC-CCDE-89ED-215B-A5C7B94C5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A45BD-B998-CDFD-1526-FDD92DF37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13C8F-2C17-07EA-C35A-A35FBFF6B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E90C3-7845-28AD-B4AB-4E25141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ABC6B-8C7F-938E-F069-4B918234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7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22F3A-0938-B89E-F4AB-85FEE180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60B9D-3512-C97D-CC45-A43A179A5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7026FA-4782-12C8-2CC1-2C7509451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189C04-0833-1C4B-D8A2-3712684FF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AB21E-0157-D95F-9FCC-4B063351B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D5F7A-AE0A-B266-6D5F-8DCFAF7C0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39003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DF502-0597-DE6F-EFAA-91FE7CBC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B2D51-88C7-8166-7DF4-05B2412EE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D9031-D1F7-2CE0-3119-FE2D723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84C981-6167-2D0E-C5BB-60431E345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FAC50-58D5-0FF1-CA9C-ADFF4B70C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2834AD-3601-067D-72FB-6D29B190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66F7D6-4AD1-81C2-9724-6BD00205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119DA6-2F99-B552-267C-700E7BCB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6630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FD68-AAAD-B847-FEDE-8097587BD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9AE93F-DDAA-4DD3-F594-609BC9504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BD2A4-363A-DAA0-622F-DD627BA81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6BABE-D66C-7F7F-7ABA-8A59FDD2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4500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D7050-3A86-DB26-84B4-1380B38A3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EE70D8-9614-140C-81C8-4A5C6A3B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678B-AC33-BD31-7B81-62828144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68598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EB7-7A36-D8E2-02CC-749D8CB3F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C83CD-C860-00EB-932A-D31384975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020D6-2495-A29C-DAC2-F0076F184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F7D8A-A545-AF69-94BF-B59A30103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14F846-93A0-440A-DF82-A698055FA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7D9461-0EED-10DF-5196-A303CB95F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184505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B58D1-A1EA-0634-FAC2-90E4D720A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B24B92-4BA2-E8CE-A1AE-B265778655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B59854-B0B7-287F-B832-2C9C0A998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E5A84-FE53-EC4F-4180-C28245FDB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90BC5-7018-2B6D-B9F7-2475E1AF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76DC6-615A-374B-A4E6-15D9BD7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4879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04915-0AA5-88A7-550C-EDDA6626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7B0AC-256A-DD5C-1FB2-5A51ABFB7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513A8-DC61-DCAC-BADE-CE9BA1EE3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F1CA6-2AA6-85A0-F736-1DE71D240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0E3D0-868A-15DA-2C55-940529744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509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2D8FEF-8EEC-1D16-8F69-5FF3DA5EC3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0F4F87-CA82-C826-169C-6FB5E8F98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8FAE7-3CBB-7B80-6765-1E483D9B8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F97FD-BF40-F2B8-A174-8202C552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6C77-356C-3228-9EE8-7AC8DFA4C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3407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1813B5-2A41-5C27-B7E0-D603DEF4A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43182-73AD-0D40-3DCC-23A18443D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19043-2191-16F3-BF2E-3BC4C2360E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86069-5185-423F-843D-C2F3A033B902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4536C-B9BE-F920-FD20-E3C829D7C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E17EA-46F5-6E05-831C-C882CC57D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92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F0520-D0AF-3FCE-F7DE-415E0961D3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8E16F6-0E05-2C96-F30B-C782475003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57329826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6.0.27"/>
  <p:tag name="AS_OS" val="Unix 6.5.0.1014"/>
  <p:tag name="AS_RELEASE_DATE" val="2023.08.14"/>
  <p:tag name="AS_TITLE" val="Aspose.Slides for .NET Standard 2.0"/>
  <p:tag name="AS_VERSION" val="23.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Aptos Display" panose="0211000402020202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ptos" panose="0211000402020202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emplafySlideTemplateConfiguration><![CDATA[{"slideVersion":1,"isValidatorEnabled":false,"isLocked":false,"elementsMetadata":[],"slideId":"1054884848216047618","enableDocumentContentUpdater":false,"version":"2.0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FormConfiguration><![CDATA[{"formFields":[],"formDataEntries":[]}]]></TemplafyFormConfiguration>
</file>

<file path=customXml/item4.xml><?xml version="1.0" encoding="utf-8"?>
<TemplafyTemplateConfiguration><![CDATA[{"elementsMetadata":[],"transformationConfigurations":[],"templateName":"blankpresentation","templateDescription":"","enableDocumentContentUpdater":false,"version":"2.0"}]]></TemplafyTemplateConfiguration>
</file>

<file path=customXml/itemProps1.xml><?xml version="1.0" encoding="utf-8"?>
<ds:datastoreItem xmlns:ds="http://schemas.openxmlformats.org/officeDocument/2006/customXml" ds:itemID="{B69ABF3A-B169-44F9-86AC-4E29FB2A2600}">
  <ds:schemaRefs/>
</ds:datastoreItem>
</file>

<file path=customXml/itemProps2.xml><?xml version="1.0" encoding="utf-8"?>
<ds:datastoreItem xmlns:ds="http://schemas.openxmlformats.org/officeDocument/2006/customXml" ds:itemID="{C60B9EDF-596D-4F67-B5E3-411D55B8E8FC}">
  <ds:schemaRefs/>
</ds:datastoreItem>
</file>

<file path=customXml/itemProps3.xml><?xml version="1.0" encoding="utf-8"?>
<ds:datastoreItem xmlns:ds="http://schemas.openxmlformats.org/officeDocument/2006/customXml" ds:itemID="{C5938109-F486-41EA-929F-D7DF65C5D6B1}">
  <ds:schemaRefs/>
</ds:datastoreItem>
</file>

<file path=customXml/itemProps4.xml><?xml version="1.0" encoding="utf-8"?>
<ds:datastoreItem xmlns:ds="http://schemas.openxmlformats.org/officeDocument/2006/customXml" ds:itemID="{386C9AF7-FC43-4772-BF6D-26FE95C56D62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2025-12-19T09:06:10Z</dcterms:created>
  <dcterms:modified xsi:type="dcterms:W3CDTF">2026-10-06T09:21:11Z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2024-11-22T08:25:59</vt:lpwstr>
  </property>
  <property fmtid="{D5CDD505-2E9C-101B-9397-08002B2CF9AE}" pid="3" name="TemplafyTenantId">
    <vt:lpwstr>auoffice</vt:lpwstr>
  </property>
  <property fmtid="{D5CDD505-2E9C-101B-9397-08002B2CF9AE}" pid="4" name="TemplafyTemplateId">
    <vt:lpwstr>1054884838842826800</vt:lpwstr>
  </property>
  <property fmtid="{D5CDD505-2E9C-101B-9397-08002B2CF9AE}" pid="5" name="TemplafyUserProfileId">
    <vt:lpwstr>1290988692440090427</vt:lpwstr>
  </property>
  <property fmtid="{D5CDD505-2E9C-101B-9397-08002B2CF9AE}" pid="6" name="TemplafyLanguageCode">
    <vt:lpwstr>en-GB</vt:lpwstr>
  </property>
  <property fmtid="{D5CDD505-2E9C-101B-9397-08002B2CF9AE}" pid="7" name="TemplafyFromBlank">
    <vt:bool>true</vt:bool>
  </property>
</Properties>
</file>