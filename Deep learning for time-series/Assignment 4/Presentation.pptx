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5"/>
  </p:sldMasterIdLst>
  <p:sldIdLst>
    <p:sldId id="256" r:id="rId6"/>
    <p:sldId id="267" r:id="rId7"/>
    <p:sldId id="268" r:id="rId8"/>
    <p:sldId id="269" r:id="rId9"/>
    <p:sldId id="270" r:id="rId10"/>
    <p:sldId id="259" r:id="rId11"/>
    <p:sldId id="262" r:id="rId12"/>
    <p:sldId id="260" r:id="rId13"/>
    <p:sldId id="261" r:id="rId14"/>
    <p:sldId id="263" r:id="rId15"/>
    <p:sldId id="264" r:id="rId16"/>
    <p:sldId id="265" r:id="rId17"/>
    <p:sldId id="266" r:id="rId18"/>
  </p:sldIdLst>
  <p:sldSz cx="12192000" cy="6858000"/>
  <p:notesSz cx="6858000" cy="9144000"/>
  <p:custDataLst>
    <p:tags r:id="rId1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15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tags" Target="tags/tag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B63F7-EF8D-1442-2805-F90D13F7F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6B73C6-4021-68D5-1099-5B1540F6C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5FE5C-42F5-ED25-BFA5-92006F0FA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8D708-28BE-2B4D-76EA-65C5F9F1D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89D1B-E6BF-1F61-350B-A416EBB70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09175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B7F94-F949-C9D2-64CD-B62B7DC79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E5FE4-1DC9-4259-BC3F-AAA35F553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BD69D-53F3-11C2-CD61-58145ADE3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27DC1-FAE3-D580-F35F-401162D21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5CA33-9D26-98B6-E85B-DDD04508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2120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DBDCC-CCDE-89ED-215B-A5C7B94C5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A45BD-B998-CDFD-1526-FDD92DF37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13C8F-2C17-07EA-C35A-A35FBFF6B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E90C3-7845-28AD-B4AB-4E25141A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ABC6B-8C7F-938E-F069-4B918234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7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22F3A-0938-B89E-F4AB-85FEE1807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60B9D-3512-C97D-CC45-A43A179A5D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7026FA-4782-12C8-2CC1-2C7509451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189C04-0833-1C4B-D8A2-3712684FF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4AB21E-0157-D95F-9FCC-4B063351B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AD5F7A-AE0A-B266-6D5F-8DCFAF7C0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39003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DF502-0597-DE6F-EFAA-91FE7CBC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B2D51-88C7-8166-7DF4-05B2412EE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D9031-D1F7-2CE0-3119-FE2D72314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84C981-6167-2D0E-C5BB-60431E3459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AFAC50-58D5-0FF1-CA9C-ADFF4B70CC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2834AD-3601-067D-72FB-6D29B190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66F7D6-4AD1-81C2-9724-6BD00205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119DA6-2F99-B552-267C-700E7BCB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6630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FD68-AAAD-B847-FEDE-8097587BD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9AE93F-DDAA-4DD3-F594-609BC9504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BBD2A4-363A-DAA0-622F-DD627BA81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6BABE-D66C-7F7F-7ABA-8A59FDD2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4500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D7050-3A86-DB26-84B4-1380B38A3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EE70D8-9614-140C-81C8-4A5C6A3B8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678B-AC33-BD31-7B81-62828144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368598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7EB7-7A36-D8E2-02CC-749D8CB3F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C83CD-C860-00EB-932A-D31384975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020D6-2495-A29C-DAC2-F0076F184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4F7D8A-A545-AF69-94BF-B59A30103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14F846-93A0-440A-DF82-A698055FA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7D9461-0EED-10DF-5196-A303CB95F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184505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B58D1-A1EA-0634-FAC2-90E4D720A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B24B92-4BA2-E8CE-A1AE-B265778655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B59854-B0B7-287F-B832-2C9C0A998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AE5A84-FE53-EC4F-4180-C28245FDB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90BC5-7018-2B6D-B9F7-2475E1AF4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76DC6-615A-374B-A4E6-15D9BD75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48795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04915-0AA5-88A7-550C-EDDA66267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87B0AC-256A-DD5C-1FB2-5A51ABFB7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513A8-DC61-DCAC-BADE-CE9BA1EE3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F1CA6-2AA6-85A0-F736-1DE71D240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0E3D0-868A-15DA-2C55-940529744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5093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2D8FEF-8EEC-1D16-8F69-5FF3DA5EC3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0F4F87-CA82-C826-169C-6FB5E8F98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8FAE7-3CBB-7B80-6765-1E483D9B8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9F97FD-BF40-F2B8-A174-8202C5522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56C77-356C-3228-9EE8-7AC8DFA4C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73407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1813B5-2A41-5C27-B7E0-D603DEF4A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43182-73AD-0D40-3DCC-23A18443D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19043-2191-16F3-BF2E-3BC4C2360E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4536C-B9BE-F920-FD20-E3C829D7C0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E17EA-46F5-6E05-831C-C882CC57D7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927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1.xml"/><Relationship Id="rId1" Type="http://schemas.openxmlformats.org/officeDocument/2006/relationships/customXml" Target="../../customXml/item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F0520-D0AF-3FCE-F7DE-415E0961D3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Assignment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8E16F6-0E05-2C96-F30B-C782475003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573298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5B532E-3533-4DE4-02F9-6D81FE9B7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SSL </a:t>
            </a:r>
            <a:r>
              <a:rPr lang="da-DK" dirty="0" err="1"/>
              <a:t>methods</a:t>
            </a:r>
            <a:r>
              <a:rPr lang="da-DK" dirty="0"/>
              <a:t> – T-</a:t>
            </a:r>
            <a:r>
              <a:rPr lang="da-DK" dirty="0" err="1"/>
              <a:t>Loss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73B84B8-2BD0-3523-ACE3-DE7BF46C1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Triplet</a:t>
            </a:r>
            <a:r>
              <a:rPr lang="da-DK" dirty="0"/>
              <a:t> </a:t>
            </a:r>
            <a:r>
              <a:rPr lang="da-DK" dirty="0" err="1"/>
              <a:t>loss</a:t>
            </a:r>
            <a:endParaRPr lang="da-DK" dirty="0"/>
          </a:p>
          <a:p>
            <a:r>
              <a:rPr lang="da-DK" dirty="0" err="1"/>
              <a:t>Random</a:t>
            </a:r>
            <a:r>
              <a:rPr lang="da-DK" dirty="0"/>
              <a:t> </a:t>
            </a:r>
            <a:r>
              <a:rPr lang="da-DK" dirty="0" err="1"/>
              <a:t>length</a:t>
            </a:r>
            <a:r>
              <a:rPr lang="da-DK" dirty="0"/>
              <a:t> sampling for </a:t>
            </a:r>
            <a:r>
              <a:rPr lang="da-DK" dirty="0" err="1"/>
              <a:t>robustness</a:t>
            </a:r>
            <a:endParaRPr lang="da-DK" dirty="0"/>
          </a:p>
          <a:p>
            <a:r>
              <a:rPr lang="da-DK" dirty="0"/>
              <a:t>Sub-series as positive </a:t>
            </a:r>
            <a:r>
              <a:rPr lang="da-DK" dirty="0" err="1"/>
              <a:t>within</a:t>
            </a:r>
            <a:r>
              <a:rPr lang="da-DK" dirty="0"/>
              <a:t> </a:t>
            </a:r>
            <a:r>
              <a:rPr lang="da-DK" dirty="0" err="1"/>
              <a:t>context</a:t>
            </a:r>
            <a:r>
              <a:rPr lang="da-DK" dirty="0"/>
              <a:t> of reference</a:t>
            </a:r>
          </a:p>
          <a:p>
            <a:r>
              <a:rPr lang="da-DK" dirty="0" err="1"/>
              <a:t>Other</a:t>
            </a:r>
            <a:r>
              <a:rPr lang="da-DK" dirty="0"/>
              <a:t> series as negative</a:t>
            </a:r>
          </a:p>
          <a:p>
            <a:r>
              <a:rPr lang="da-DK" dirty="0" err="1"/>
              <a:t>Stacked</a:t>
            </a:r>
            <a:r>
              <a:rPr lang="da-DK" dirty="0"/>
              <a:t>, </a:t>
            </a:r>
            <a:r>
              <a:rPr lang="da-DK" dirty="0" err="1"/>
              <a:t>dilating</a:t>
            </a:r>
            <a:r>
              <a:rPr lang="da-DK" dirty="0"/>
              <a:t>, </a:t>
            </a:r>
            <a:r>
              <a:rPr lang="da-DK" dirty="0" err="1"/>
              <a:t>convolutional</a:t>
            </a:r>
            <a:r>
              <a:rPr lang="da-DK" dirty="0"/>
              <a:t> </a:t>
            </a:r>
            <a:r>
              <a:rPr lang="da-DK" dirty="0" err="1"/>
              <a:t>layers</a:t>
            </a:r>
            <a:r>
              <a:rPr lang="da-DK" dirty="0"/>
              <a:t> and residual </a:t>
            </a:r>
            <a:r>
              <a:rPr lang="da-DK" dirty="0" err="1"/>
              <a:t>connections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79488559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CF07E3-F76E-0F0F-3647-D0719E85D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SSL </a:t>
            </a:r>
            <a:r>
              <a:rPr lang="da-DK" dirty="0" err="1"/>
              <a:t>methods</a:t>
            </a:r>
            <a:r>
              <a:rPr lang="da-DK" dirty="0"/>
              <a:t> – TS2Vec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1AC693D-D7BC-A116-6919-66A3D3E85A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a-DK" dirty="0"/>
              <a:t>Overlapping series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encoded</a:t>
            </a:r>
            <a:r>
              <a:rPr lang="da-DK" dirty="0"/>
              <a:t> – same segment is </a:t>
            </a:r>
            <a:r>
              <a:rPr lang="da-DK" dirty="0" err="1"/>
              <a:t>viewed</a:t>
            </a:r>
            <a:r>
              <a:rPr lang="da-DK" dirty="0"/>
              <a:t> </a:t>
            </a:r>
            <a:r>
              <a:rPr lang="da-DK" dirty="0" err="1"/>
              <a:t>through</a:t>
            </a:r>
            <a:r>
              <a:rPr lang="da-DK" dirty="0"/>
              <a:t> </a:t>
            </a:r>
            <a:r>
              <a:rPr lang="da-DK" dirty="0" err="1"/>
              <a:t>different</a:t>
            </a:r>
            <a:r>
              <a:rPr lang="da-DK" dirty="0"/>
              <a:t> </a:t>
            </a:r>
            <a:r>
              <a:rPr lang="da-DK" dirty="0" err="1"/>
              <a:t>contexts</a:t>
            </a:r>
            <a:endParaRPr lang="da-DK" dirty="0"/>
          </a:p>
          <a:p>
            <a:r>
              <a:rPr lang="da-DK" dirty="0"/>
              <a:t>Augment latent </a:t>
            </a:r>
            <a:r>
              <a:rPr lang="da-DK" dirty="0" err="1"/>
              <a:t>representations</a:t>
            </a:r>
            <a:endParaRPr lang="da-DK" dirty="0"/>
          </a:p>
          <a:p>
            <a:r>
              <a:rPr lang="da-DK" dirty="0"/>
              <a:t>Temporal negatives: </a:t>
            </a:r>
            <a:r>
              <a:rPr lang="da-DK" dirty="0" err="1"/>
              <a:t>other</a:t>
            </a:r>
            <a:r>
              <a:rPr lang="da-DK" dirty="0"/>
              <a:t> timestamps of same series</a:t>
            </a:r>
          </a:p>
          <a:p>
            <a:r>
              <a:rPr lang="da-DK" dirty="0" err="1"/>
              <a:t>Instance</a:t>
            </a:r>
            <a:r>
              <a:rPr lang="da-DK" dirty="0"/>
              <a:t> negatives: </a:t>
            </a:r>
            <a:r>
              <a:rPr lang="da-DK" dirty="0" err="1"/>
              <a:t>other</a:t>
            </a:r>
            <a:r>
              <a:rPr lang="da-DK" dirty="0"/>
              <a:t> series in the batch at the same timestamp</a:t>
            </a:r>
          </a:p>
          <a:p>
            <a:r>
              <a:rPr lang="da-DK" dirty="0" err="1"/>
              <a:t>Hierarchical</a:t>
            </a:r>
            <a:r>
              <a:rPr lang="da-DK" dirty="0"/>
              <a:t> </a:t>
            </a:r>
            <a:r>
              <a:rPr lang="da-DK" dirty="0" err="1"/>
              <a:t>contrasting</a:t>
            </a:r>
            <a:r>
              <a:rPr lang="da-DK" dirty="0"/>
              <a:t>: </a:t>
            </a:r>
            <a:r>
              <a:rPr lang="da-DK" dirty="0" err="1"/>
              <a:t>progressively</a:t>
            </a:r>
            <a:r>
              <a:rPr lang="da-DK" dirty="0"/>
              <a:t> </a:t>
            </a:r>
            <a:r>
              <a:rPr lang="da-DK" dirty="0" err="1"/>
              <a:t>coarser</a:t>
            </a:r>
            <a:r>
              <a:rPr lang="da-DK" dirty="0"/>
              <a:t> </a:t>
            </a:r>
            <a:r>
              <a:rPr lang="da-DK" dirty="0" err="1"/>
              <a:t>maxpooling</a:t>
            </a:r>
            <a:r>
              <a:rPr lang="da-DK" dirty="0"/>
              <a:t> for </a:t>
            </a:r>
            <a:r>
              <a:rPr lang="da-DK" dirty="0" err="1"/>
              <a:t>loss</a:t>
            </a:r>
            <a:r>
              <a:rPr lang="da-DK" dirty="0"/>
              <a:t> </a:t>
            </a:r>
            <a:r>
              <a:rPr lang="da-DK" dirty="0" err="1"/>
              <a:t>calculation</a:t>
            </a:r>
            <a:endParaRPr lang="da-DK" dirty="0"/>
          </a:p>
          <a:p>
            <a:r>
              <a:rPr lang="da-DK" dirty="0" err="1"/>
              <a:t>Dilated</a:t>
            </a:r>
            <a:r>
              <a:rPr lang="da-DK" dirty="0"/>
              <a:t> CNN </a:t>
            </a:r>
            <a:r>
              <a:rPr lang="da-DK" dirty="0" err="1"/>
              <a:t>network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141257415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489F15-B560-09B8-5E19-5EDD091DC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SSL </a:t>
            </a:r>
            <a:r>
              <a:rPr lang="da-DK" dirty="0" err="1"/>
              <a:t>methods</a:t>
            </a:r>
            <a:r>
              <a:rPr lang="da-DK" dirty="0"/>
              <a:t> – TF-C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1F9C9EC-A0BE-33F8-5BDB-E141499F8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9273"/>
            <a:ext cx="10515600" cy="4351338"/>
          </a:xfrm>
        </p:spPr>
        <p:txBody>
          <a:bodyPr/>
          <a:lstStyle/>
          <a:p>
            <a:r>
              <a:rPr lang="da-DK" dirty="0"/>
              <a:t>Time and </a:t>
            </a:r>
            <a:r>
              <a:rPr lang="da-DK" dirty="0" err="1"/>
              <a:t>frequency</a:t>
            </a:r>
            <a:r>
              <a:rPr lang="da-DK" dirty="0"/>
              <a:t> </a:t>
            </a:r>
            <a:r>
              <a:rPr lang="da-DK" dirty="0" err="1"/>
              <a:t>representations</a:t>
            </a:r>
            <a:endParaRPr lang="da-DK" dirty="0"/>
          </a:p>
          <a:p>
            <a:r>
              <a:rPr lang="da-DK" dirty="0"/>
              <a:t>Augmentations on </a:t>
            </a:r>
            <a:r>
              <a:rPr lang="da-DK" dirty="0" err="1"/>
              <a:t>raw</a:t>
            </a:r>
            <a:r>
              <a:rPr lang="da-DK" dirty="0"/>
              <a:t> data</a:t>
            </a:r>
          </a:p>
          <a:p>
            <a:r>
              <a:rPr lang="da-DK" dirty="0"/>
              <a:t>Positives (1st </a:t>
            </a:r>
            <a:r>
              <a:rPr lang="da-DK" dirty="0" err="1"/>
              <a:t>level</a:t>
            </a:r>
            <a:r>
              <a:rPr lang="da-DK" dirty="0"/>
              <a:t>): </a:t>
            </a:r>
            <a:r>
              <a:rPr lang="da-DK" dirty="0" err="1"/>
              <a:t>augmented</a:t>
            </a:r>
            <a:r>
              <a:rPr lang="da-DK" dirty="0"/>
              <a:t> views</a:t>
            </a:r>
          </a:p>
          <a:p>
            <a:r>
              <a:rPr lang="da-DK" dirty="0"/>
              <a:t>Negatives (1st </a:t>
            </a:r>
            <a:r>
              <a:rPr lang="da-DK" dirty="0" err="1"/>
              <a:t>level</a:t>
            </a:r>
            <a:r>
              <a:rPr lang="da-DK" dirty="0"/>
              <a:t>): </a:t>
            </a:r>
            <a:r>
              <a:rPr lang="da-DK" dirty="0" err="1"/>
              <a:t>other</a:t>
            </a:r>
            <a:r>
              <a:rPr lang="da-DK" dirty="0"/>
              <a:t> series</a:t>
            </a:r>
          </a:p>
          <a:p>
            <a:r>
              <a:rPr lang="da-DK" dirty="0"/>
              <a:t>Positives (2nd </a:t>
            </a:r>
            <a:r>
              <a:rPr lang="da-DK" dirty="0" err="1"/>
              <a:t>level</a:t>
            </a:r>
            <a:r>
              <a:rPr lang="da-DK" dirty="0"/>
              <a:t>): </a:t>
            </a:r>
            <a:r>
              <a:rPr lang="da-DK" dirty="0" err="1"/>
              <a:t>other</a:t>
            </a:r>
            <a:r>
              <a:rPr lang="da-DK" dirty="0"/>
              <a:t> domain </a:t>
            </a:r>
            <a:r>
              <a:rPr lang="da-DK" dirty="0" err="1"/>
              <a:t>representation</a:t>
            </a:r>
            <a:endParaRPr lang="da-DK" dirty="0"/>
          </a:p>
          <a:p>
            <a:r>
              <a:rPr lang="da-DK" dirty="0"/>
              <a:t>Negatives (2nd </a:t>
            </a:r>
            <a:r>
              <a:rPr lang="da-DK" dirty="0" err="1"/>
              <a:t>level</a:t>
            </a:r>
            <a:r>
              <a:rPr lang="da-DK" dirty="0"/>
              <a:t>): augmentations</a:t>
            </a:r>
          </a:p>
          <a:p>
            <a:r>
              <a:rPr lang="da-DK" dirty="0"/>
              <a:t>Architecture: </a:t>
            </a:r>
            <a:r>
              <a:rPr lang="da-DK" dirty="0" err="1"/>
              <a:t>convolutional</a:t>
            </a:r>
            <a:r>
              <a:rPr lang="da-DK" dirty="0"/>
              <a:t> </a:t>
            </a:r>
            <a:r>
              <a:rPr lang="da-DK" dirty="0" err="1"/>
              <a:t>blocks</a:t>
            </a:r>
            <a:r>
              <a:rPr lang="da-DK" dirty="0"/>
              <a:t> and </a:t>
            </a:r>
            <a:r>
              <a:rPr lang="da-DK" dirty="0" err="1"/>
              <a:t>fully</a:t>
            </a:r>
            <a:r>
              <a:rPr lang="da-DK" dirty="0"/>
              <a:t> </a:t>
            </a:r>
            <a:r>
              <a:rPr lang="da-DK" dirty="0" err="1"/>
              <a:t>connected</a:t>
            </a:r>
            <a:r>
              <a:rPr lang="da-DK" dirty="0"/>
              <a:t> </a:t>
            </a:r>
            <a:r>
              <a:rPr lang="da-DK" dirty="0" err="1"/>
              <a:t>layers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528734584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15B4B5-F35A-56E4-C1B8-D8B9CDF44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Datasets</a:t>
            </a:r>
          </a:p>
        </p:txBody>
      </p:sp>
      <p:graphicFrame>
        <p:nvGraphicFramePr>
          <p:cNvPr id="4" name="Datase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970901"/>
              </p:ext>
            </p:extLst>
          </p:nvPr>
        </p:nvGraphicFramePr>
        <p:xfrm>
          <a:off x="838200" y="1905000"/>
          <a:ext cx="10515600" cy="3556000"/>
        </p:xfrm>
        <a:graphic>
          <a:graphicData uri="http://schemas.openxmlformats.org/drawingml/2006/table">
            <a:tbl>
              <a:tblPr firstRow="1"/>
              <a:tblGrid>
                <a:gridCol w="419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Dataset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Source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b="1" dirty="0"/>
                        <a:t>Channels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b="1" dirty="0"/>
                        <a:t>Classes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FordA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Engine noise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FordB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Engine noise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Articulary Word Recognition (AWR)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Mouth motions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25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Epilepsy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Physical activities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4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FD-A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Motor current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FD-B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Motor current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4145006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F25CD9-22F1-551B-FCB4-FADBC53C9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Experimental</a:t>
            </a:r>
            <a:r>
              <a:rPr lang="da-DK" dirty="0"/>
              <a:t> </a:t>
            </a:r>
            <a:r>
              <a:rPr lang="da-DK" dirty="0" err="1"/>
              <a:t>protocol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1A93061-3DA4-AAC7-F7E0-53ED9EA37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94320038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A1A8A5-56D7-BFAA-DABE-08765F3E1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A –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examination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79560E6-AA2B-8BC5-7F31-4D3F8B864F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69039885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6DD432-C2F9-8ADA-57A7-2C436021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B – </a:t>
            </a:r>
            <a:r>
              <a:rPr lang="da-DK" dirty="0" err="1"/>
              <a:t>raw</a:t>
            </a:r>
            <a:r>
              <a:rPr lang="da-DK" dirty="0"/>
              <a:t> signal baselines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E98AEFF-9C81-C28C-B71F-5FA4B0C0F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00317537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7D91CE-0B02-90EF-F4B0-6B9C625D9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C – initial test of T-</a:t>
            </a:r>
            <a:r>
              <a:rPr lang="da-DK" dirty="0" err="1"/>
              <a:t>Loss</a:t>
            </a:r>
            <a:r>
              <a:rPr lang="da-DK" dirty="0"/>
              <a:t> and TS2Vec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4A762318-5499-E39E-91E9-9FC6CE168E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46755606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063438-096A-EDB3-1FEE-4C0CD58AC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D – </a:t>
            </a:r>
            <a:r>
              <a:rPr lang="da-DK" dirty="0" err="1"/>
              <a:t>robustness</a:t>
            </a:r>
            <a:r>
              <a:rPr lang="da-DK" dirty="0"/>
              <a:t> to sensor dropout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DC5AA0E-A855-877F-F279-9ABE983B3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47590773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026A67-C9A8-B9E6-BA58-3D096318D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E – TS2Vec </a:t>
            </a:r>
            <a:r>
              <a:rPr lang="da-DK" dirty="0" err="1"/>
              <a:t>masking</a:t>
            </a:r>
            <a:r>
              <a:rPr lang="da-DK" dirty="0"/>
              <a:t> ablation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18758FC-A4AB-1FDF-97DE-6E5C02E16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59028995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38CCB-FF68-06CB-87E8-89614E03F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F – TF-C for transfer learning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AD4277D-350D-E260-7A02-C758CA366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31440792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646033-93E5-2AF7-56EF-25309B5E2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Conclusions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9263365-6C56-D5F2-4FEF-D97D5C673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56153713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6.0.27"/>
  <p:tag name="AS_OS" val="Unix 6.5.0.1014"/>
  <p:tag name="AS_RELEASE_DATE" val="2023.08.14"/>
  <p:tag name="AS_TITLE" val="Aspose.Slides for .NET Standard 2.0"/>
  <p:tag name="AS_VERSION" val="23.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Aptos Display" panose="0211000402020202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Aptos" panose="0211000402020202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1E17F4A-AB8A-4D8D-BB4C-2E76088A3C00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fb5438d0-de58-4bf8-a170-eecf1b7fdd7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emplafySlideTemplateConfiguration><![CDATA[{"slideVersion":1,"isValidatorEnabled":false,"isLocked":false,"elementsMetadata":[],"slideId":"1054884848216047618","enableDocumentContentUpdater":false,"version":"2.0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FormConfiguration><![CDATA[{"formFields":[],"formDataEntries":[]}]]></TemplafyFormConfiguration>
</file>

<file path=customXml/item4.xml><?xml version="1.0" encoding="utf-8"?>
<TemplafyTemplateConfiguration><![CDATA[{"elementsMetadata":[],"transformationConfigurations":[],"templateName":"blankpresentation","templateDescription":"","enableDocumentContentUpdater":false,"version":"2.0"}]]></TemplafyTemplateConfiguration>
</file>

<file path=customXml/itemProps1.xml><?xml version="1.0" encoding="utf-8"?>
<ds:datastoreItem xmlns:ds="http://schemas.openxmlformats.org/officeDocument/2006/customXml" ds:itemID="{B69ABF3A-B169-44F9-86AC-4E29FB2A2600}">
  <ds:schemaRefs/>
</ds:datastoreItem>
</file>

<file path=customXml/itemProps2.xml><?xml version="1.0" encoding="utf-8"?>
<ds:datastoreItem xmlns:ds="http://schemas.openxmlformats.org/officeDocument/2006/customXml" ds:itemID="{C60B9EDF-596D-4F67-B5E3-411D55B8E8FC}">
  <ds:schemaRefs/>
</ds:datastoreItem>
</file>

<file path=customXml/itemProps3.xml><?xml version="1.0" encoding="utf-8"?>
<ds:datastoreItem xmlns:ds="http://schemas.openxmlformats.org/officeDocument/2006/customXml" ds:itemID="{C5938109-F486-41EA-929F-D7DF65C5D6B1}">
  <ds:schemaRefs/>
</ds:datastoreItem>
</file>

<file path=customXml/itemProps4.xml><?xml version="1.0" encoding="utf-8"?>
<ds:datastoreItem xmlns:ds="http://schemas.openxmlformats.org/officeDocument/2006/customXml" ds:itemID="{386C9AF7-FC43-4772-BF6D-26FE95C56D62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215</Words>
  <Application>Microsoft Office PowerPoint</Application>
  <PresentationFormat>Widescreen</PresentationFormat>
  <Paragraphs>59</Paragraphs>
  <Slides>13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Assignment 4</vt:lpstr>
      <vt:lpstr>SSL methods – T-Loss</vt:lpstr>
      <vt:lpstr>SSL methods – TS2Vec</vt:lpstr>
      <vt:lpstr>SSL methods – TF-C</vt:lpstr>
      <vt:lpstr>Datasets</vt:lpstr>
      <vt:lpstr>Experimental protocol</vt:lpstr>
      <vt:lpstr>Part A – code examination</vt:lpstr>
      <vt:lpstr>Part B – raw signal baselines</vt:lpstr>
      <vt:lpstr>Part C – initial test of T-Loss and TS2Vec</vt:lpstr>
      <vt:lpstr>Part D – robustness to sensor dropout</vt:lpstr>
      <vt:lpstr>Part E – TS2Vec masking ablation</vt:lpstr>
      <vt:lpstr>Part F – TF-C for transfer learning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2025-12-19T09:06:10Z</dcterms:created>
  <dcterms:modified xsi:type="dcterms:W3CDTF">2026-10-06T12:32:39Z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2024-11-22T08:25:59</vt:lpwstr>
  </property>
  <property fmtid="{D5CDD505-2E9C-101B-9397-08002B2CF9AE}" pid="3" name="TemplafyTenantId">
    <vt:lpwstr>auoffice</vt:lpwstr>
  </property>
  <property fmtid="{D5CDD505-2E9C-101B-9397-08002B2CF9AE}" pid="4" name="TemplafyTemplateId">
    <vt:lpwstr>1054884838842826800</vt:lpwstr>
  </property>
  <property fmtid="{D5CDD505-2E9C-101B-9397-08002B2CF9AE}" pid="5" name="TemplafyUserProfileId">
    <vt:lpwstr>1290988692440090427</vt:lpwstr>
  </property>
  <property fmtid="{D5CDD505-2E9C-101B-9397-08002B2CF9AE}" pid="6" name="TemplafyLanguageCode">
    <vt:lpwstr>en-GB</vt:lpwstr>
  </property>
  <property fmtid="{D5CDD505-2E9C-101B-9397-08002B2CF9AE}" pid="7" name="TemplafyFromBlank">
    <vt:bool>true</vt:bool>
  </property>
</Properties>
</file>